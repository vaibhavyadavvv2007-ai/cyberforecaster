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demo answers 'does it work' before the jury can ask: we will SHOW this live. Numbers: threshold 0.561 (validation 5% FPR budget), precision 0.88, FPR 0.006 on an unseen attack family. IBM 2025 stats on the impact slide.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Architecture: two inputs (offline dataset + live packets) → one window builder → two engines (orange rules = instant signatures; blue LSTM = 5-step forecast) → one explained warning. Chart: PR-AUC on the test split which is an UNSEEN attack family — measures transfer, not memorization. Same features/split for both models, so the gap isolates temporal modeling. The live demo runs this exact pipeline on real packets.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Feasibility is proven, not claimed — the prototype exists and was rehearsed over real Wi-Fi on Aug 30 (attack forecast climbed 0.03 → 0.905 HIGH → 0.988 across four sustained windows; benign worst 0.014). Honesty is the strategy: we state the no-pre-onset-warning limit ourselves.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IBM Cost of a Data Breach 2025 figures — verify at ibm.com/reports/data-breach before submitting. The 241-day identify+contain number is the product thesis in one stat: every day earlier is the entire value proposition.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All benchmark numbers are reproducible from the repository (models/metrics_*.json). The demo video for the portal should follow docs/DEMO_RUNBOOK.md's 7-minute arc.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One-liner if asked: 'We forecast network attacks before they complete — and show you why.' Fill Team ID / Team Name from the portal before exporting to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ID: SIH26153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 AI-based Network Attack Forecasting from Network Traffic Data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Theme: Blockchain &amp; Cybersecurity  (Organization: NTRO)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Category: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ID: &lt;fill from portal&gt;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 &lt;registered name&gt;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3200" b="1">
                <a:solidFill>
                  <a:srgbClr val="1F497D"/>
                </a:solidFill>
                <a:latin typeface="Times New Roman"/>
              </a:rPr>
              <a:t>CyberForecaster — forecasting the attack, not just flagging it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234440"/>
            <a:ext cx="12191999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sz="1700" b="1">
                <a:solidFill>
                  <a:srgbClr val="1F497D"/>
                </a:solidFill>
                <a:latin typeface="Arial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A temporal attack forecaster: reads 10 x 30-second network-state windows (18 flow features) and forecasts attack probability for each of the next 5 windows (2.5 min ahead), plus the coming MITRE ATT&amp;CK stage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Working prototype today: FastAPI + Next.js console, fully offline on one laptop — historical attack scenarios AND a live packet sensor (Npcap/scapy) feed the same trained model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Every warning is explained: per-feature attribution (Integrated Gradients) + transparent ATT&amp;CK stage rules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How it addresses the problem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Implements the PS's world-model requirement directly — P(S t+1 | S t) learned from telemetry and rolled forward K=5 steps; not a static per-flow classifier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Beats the required logistic baseline ~2x on PR-AUC (0.656 vs 0.333) on identical features and split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Explainability (PS asks for SHAP/attention): every prediction ships with feature attribution and an independent rule-based stage cross-check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Innovation and uniqueness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Forecast, don't just detect: probability trajectory + kill-chain stage trajectory = analyst decision support while the attack is still unfolding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Two engines by design: transparent rules catch instant signatures (recon scan flagged in one window); the LSTM forecasts sustained progression — both verified live over real Wi-Fi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57K parameters · 0.23 MB · 2.6 ms CPU inference → edge-deployable, offline, flow-metadata only (no payloads — privacy-preserving)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9385300" cy="292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F497D"/>
                </a:solidFill>
                <a:latin typeface="Arial"/>
              </a:rPr>
              <a:t>Technologies to be used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Python · PyTorch (2-layer LSTM, multi-task heads) · scapy/Npcap live capture · FastAPI backend · Next.js + TypeScript console · CSE-CIC-IDS2018 benchmark (~6,200 windows, 1,486 attack)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Methodology and process for implementation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Flow records → 30-s windows x 18 features → chronological 70/15/15 split with boundary purge (no leakage; test split = an attack family absent from training)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log1p + standardize fitted on train only — one shared transform for baseline, LSTM and the live sensor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2-layer LSTM (hidden 64): 5 progression logits + 6-stage head; alert threshold from a 5% false-positive budget on validation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Independent rule engine (6 ATT&amp;CK rules) validated against labelled windows; Integrated Gradients attribution on every prediction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160520"/>
            <a:ext cx="6583680" cy="2471656"/>
          </a:xfrm>
          <a:prstGeom prst="rect">
            <a:avLst/>
          </a:prstGeom>
        </p:spPr>
      </p:pic>
      <p:pic>
        <p:nvPicPr>
          <p:cNvPr id="17412" name="Picture 17411" descr="bench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4526280"/>
            <a:ext cx="3931920" cy="14059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9385300" cy="521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700" b="1">
                <a:solidFill>
                  <a:srgbClr val="1F497D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Already built and verified end-to-end: offline benchmark + live sensor demo; in rehearsal a real attack over Wi-Fi crossed the alert threshold during a sustained UDP sweep while benign traffic stayed LOW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0.23 MB model, 2.6 ms CPU inference, fully offline — runs on a commodity laptop, no cloud dependency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Potential challenges and risks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Benchmark ↔ production traffic shift (benchmark flows are long-lived aggregates; production sees short transactions)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Class imbalance and rare attack families (~24% of windows contain attack)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False alarms erode analyst trust; no system can warn before the first attack packet exists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Strategies for overcoming these challenges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Live input conditioned to the model's validated training domain + rule engine on raw features; NetFlow/IPFIX named as the production input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PR-AUC focus, chronological split, high-precision operating point (FPR 0.6%); cross-family test split measures transfer honestly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Every alert explained (attribution + rules); positioned as decision support, not auto-blocking; limitations stated up front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Scale path: windowing at each sensor/tap, one shared 0.23 MB model centrally or at the edge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9385300" cy="521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700" b="1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SOC analysts, CERTs and agencies (NTRO context), critical-infrastructure operators — anyone with flow telemetry and alert fatigue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Early, explained warnings redirect analyst attention to the right flows while an attack is still unfolding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Benefits of the solution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Economic: breaches average US$4.44M and ~241 days to identify and contain (IBM 2025); early warning + explanation shortens both; security AI/automation is associated with ~$1.9M lower breach costs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Social: protects critical infrastructure and public services; metadata-only analysis preserves privacy (no packet payloads)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Analyst welfare: explained, high-precision warnings instead of black-box alert floods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Environmental: software-only, 57K-parameter model — no new hardware; edge deployment minimises data movement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Scalable and globally comparable: trained/evaluated on the international benchmark dataset; the architecture (sensor → windows → model) is network-agnostic — any organization exporting flow data can deploy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9385300" cy="521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700" b="1">
                <a:solidFill>
                  <a:srgbClr val="1F497D"/>
                </a:solidFill>
                <a:latin typeface="Arial"/>
              </a:rPr>
              <a:t>Research and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CSE-CIC-IDS2018 dataset — Canadian Institute for Cybersecurity, UNB:  https://www.unb.ca/cic/datasets/ids-2018.html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MITRE ATT&amp;CK framework:  https://attack.mitre.org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Sundararajan, Taly &amp; Yan (2017), 'Axiomatic Attribution for Deep Networks' (Integrated Gradients), ICML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Hochreiter &amp; Schmidhuber (1997), 'Long Short-Term Memory', Neural Computation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IBM Security, 'Cost of a Data Breach Report 2025':  https://www.ibm.com/reports/data-breach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Open-source stack: Python, PyTorch, scapy, FastAPI, Next.js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262626"/>
                </a:solidFill>
                <a:latin typeface="Arial"/>
              </a:rPr>
              <a:t>•  Project repository (working prototype + code):  &lt;add GitHub link before submission&gt;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